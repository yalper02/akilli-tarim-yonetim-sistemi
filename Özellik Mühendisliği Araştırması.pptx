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per" initials="A" lastIdx="1" clrIdx="0">
    <p:extLst>
      <p:ext uri="{19B8F6BF-5375-455C-9EA6-DF929625EA0E}">
        <p15:presenceInfo xmlns:p15="http://schemas.microsoft.com/office/powerpoint/2012/main" userId="Alp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501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849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519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1892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177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935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488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568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159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9898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482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5471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7882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823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0439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961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6E43F-7C32-4FD5-A8D5-908CF73FD61B}" type="datetimeFigureOut">
              <a:rPr lang="tr-TR" smtClean="0"/>
              <a:t>3.05.2026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F9731E4-0ECC-483F-A617-8D7FB649806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1442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2589213" y="2277208"/>
            <a:ext cx="8915399" cy="720969"/>
          </a:xfrm>
        </p:spPr>
        <p:txBody>
          <a:bodyPr>
            <a:normAutofit/>
          </a:bodyPr>
          <a:lstStyle/>
          <a:p>
            <a:r>
              <a:rPr lang="tr-TR" sz="3600">
                <a:solidFill>
                  <a:srgbClr val="FF0000"/>
                </a:solidFill>
              </a:rPr>
              <a:t>Özellik Mühendisliği Araştırması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2589213" y="2998177"/>
            <a:ext cx="8915399" cy="2905485"/>
          </a:xfrm>
        </p:spPr>
        <p:txBody>
          <a:bodyPr>
            <a:normAutofit/>
          </a:bodyPr>
          <a:lstStyle/>
          <a:p>
            <a:r>
              <a:rPr lang="tr-TR" sz="2400" b="1"/>
              <a:t>🎯 Amaç</a:t>
            </a:r>
          </a:p>
          <a:p>
            <a:r>
              <a:rPr lang="tr-TR" sz="2400" smtClean="0"/>
              <a:t>Modelin: Sulama </a:t>
            </a:r>
            <a:r>
              <a:rPr lang="tr-TR" sz="2400"/>
              <a:t>ihtiyacını doğru </a:t>
            </a:r>
            <a:r>
              <a:rPr lang="tr-TR" sz="2400"/>
              <a:t>tahmin </a:t>
            </a:r>
            <a:r>
              <a:rPr lang="tr-TR" sz="2400" smtClean="0"/>
              <a:t>etmesi, Bitki </a:t>
            </a:r>
            <a:r>
              <a:rPr lang="tr-TR" sz="2400"/>
              <a:t>sağlığı </a:t>
            </a:r>
            <a:r>
              <a:rPr lang="tr-TR" sz="2400"/>
              <a:t>risklerini </a:t>
            </a:r>
            <a:r>
              <a:rPr lang="tr-TR" sz="2400" smtClean="0"/>
              <a:t>öngörmesi, Verimi </a:t>
            </a:r>
            <a:r>
              <a:rPr lang="tr-TR" sz="2400"/>
              <a:t>optimize </a:t>
            </a:r>
            <a:r>
              <a:rPr lang="tr-TR" sz="2400"/>
              <a:t>etmesi </a:t>
            </a:r>
            <a:r>
              <a:rPr lang="tr-TR" sz="2400" smtClean="0"/>
              <a:t>için </a:t>
            </a:r>
            <a:r>
              <a:rPr lang="tr-TR" sz="2400"/>
              <a:t>ham sensör verilerinden daha anlamlı özellikler üretmek.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5952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6621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Ham Veri Kaynakları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1318847"/>
            <a:ext cx="8915400" cy="4721468"/>
          </a:xfrm>
        </p:spPr>
        <p:txBody>
          <a:bodyPr/>
          <a:lstStyle/>
          <a:p>
            <a:pPr marL="0" indent="0">
              <a:buNone/>
            </a:pPr>
            <a:r>
              <a:rPr lang="tr-TR" sz="2400"/>
              <a:t>Sistemde toplanan temel veriler:</a:t>
            </a:r>
          </a:p>
          <a:p>
            <a:r>
              <a:rPr lang="tr-TR" sz="2400"/>
              <a:t>Toprak nemi (%) </a:t>
            </a:r>
          </a:p>
          <a:p>
            <a:r>
              <a:rPr lang="tr-TR" sz="2400"/>
              <a:t>Sıcaklık (°C) </a:t>
            </a:r>
          </a:p>
          <a:p>
            <a:r>
              <a:rPr lang="tr-TR" sz="2400"/>
              <a:t>Nem (hava) </a:t>
            </a:r>
          </a:p>
          <a:p>
            <a:r>
              <a:rPr lang="tr-TR" sz="2400"/>
              <a:t>Yağış durumu </a:t>
            </a:r>
          </a:p>
          <a:p>
            <a:r>
              <a:rPr lang="tr-TR" sz="2400"/>
              <a:t>Işık yoğunluğu </a:t>
            </a:r>
          </a:p>
          <a:p>
            <a:r>
              <a:rPr lang="tr-TR" sz="2400"/>
              <a:t>Toprak sıcaklığı </a:t>
            </a:r>
          </a:p>
          <a:p>
            <a:r>
              <a:rPr lang="tr-TR" sz="2400"/>
              <a:t>Zaman damgası (timestamp)</a:t>
            </a:r>
          </a:p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745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91452"/>
          </a:xfrm>
        </p:spPr>
        <p:txBody>
          <a:bodyPr/>
          <a:lstStyle/>
          <a:p>
            <a:r>
              <a:rPr lang="tr-TR">
                <a:solidFill>
                  <a:srgbClr val="FF0000"/>
                </a:solidFill>
              </a:rPr>
              <a:t>Türetilmiş Özellikler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92925" y="1289228"/>
            <a:ext cx="6559867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Sıcaklık Tabanlı Özellikler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Günlük ortalama sıcaklık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Maksimum / minimum sıcaklık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Sıcaklık değişim hızı (ΔT)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temp_change = temp(t) - temp(t-1)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Bitki stresini anlamak 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 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kritik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523392" y="3555806"/>
            <a:ext cx="728882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Toprak Nem Özellikleri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düşüş oranı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 sulamadan beri geçen süre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Nem trendi (artıyor/azalıyor)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moisture_rate = d(nem)/dt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Sulama kararını doğrudan etkiler</a:t>
            </a:r>
          </a:p>
        </p:txBody>
      </p:sp>
    </p:spTree>
    <p:extLst>
      <p:ext uri="{BB962C8B-B14F-4D97-AF65-F5344CB8AC3E}">
        <p14:creationId xmlns:p14="http://schemas.microsoft.com/office/powerpoint/2010/main" val="212183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690446" y="620607"/>
            <a:ext cx="6163408" cy="337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b="1"/>
              <a:t>Yağış Etkisi Özellikleri</a:t>
            </a:r>
          </a:p>
          <a:p>
            <a:r>
              <a:rPr lang="tr-TR" sz="2000"/>
              <a:t>Son 24 saatte yağış miktarı </a:t>
            </a:r>
          </a:p>
          <a:p>
            <a:r>
              <a:rPr lang="tr-TR" sz="2000"/>
              <a:t>Yağış sonrası toprak nem artışı </a:t>
            </a:r>
          </a:p>
          <a:p>
            <a:r>
              <a:rPr lang="tr-TR" sz="2000"/>
              <a:t>Yağış gecikme etkisi </a:t>
            </a:r>
          </a:p>
          <a:p>
            <a:r>
              <a:rPr lang="tr-TR" sz="2000"/>
              <a:t>👉 Sulama ihtiyacını azaltma/iptal için önemli</a:t>
            </a:r>
          </a:p>
          <a:p>
            <a:endParaRPr lang="tr-TR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39916" y="3148418"/>
            <a:ext cx="543364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Zaman Tabanlı Özellikler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Günün saati (sabah/öğle/akşam)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Gün tipi (hafta içi / hafta sonu)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Mevsim (ilkbahar, yaz, vb.)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is_daytime = 1/0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Sulama zamanlaması için kritik</a:t>
            </a:r>
          </a:p>
        </p:txBody>
      </p:sp>
    </p:spTree>
    <p:extLst>
      <p:ext uri="{BB962C8B-B14F-4D97-AF65-F5344CB8AC3E}">
        <p14:creationId xmlns:p14="http://schemas.microsoft.com/office/powerpoint/2010/main" val="62039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589212" y="3279532"/>
            <a:ext cx="8915400" cy="2631690"/>
          </a:xfrm>
        </p:spPr>
        <p:txBody>
          <a:bodyPr/>
          <a:lstStyle/>
          <a:p>
            <a:pPr marL="0" indent="0">
              <a:buNone/>
            </a:pPr>
            <a:r>
              <a:rPr lang="tr-TR" sz="2000" b="1"/>
              <a:t>Hareketli Ortalama Özellikleri</a:t>
            </a:r>
          </a:p>
          <a:p>
            <a:r>
              <a:rPr lang="tr-TR" sz="2000"/>
              <a:t>Son 3/6/12 saatlik ortalama nem </a:t>
            </a:r>
          </a:p>
          <a:p>
            <a:r>
              <a:rPr lang="tr-TR" sz="2000"/>
              <a:t>Rolling temperature average </a:t>
            </a:r>
          </a:p>
          <a:p>
            <a:r>
              <a:rPr lang="tr-TR" sz="2000"/>
              <a:t>👉 Gürültüyü azaltır, trendi yakalar</a:t>
            </a:r>
          </a:p>
          <a:p>
            <a:endParaRPr lang="tr-TR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589212" y="1134473"/>
            <a:ext cx="80846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Bitki </a:t>
            </a: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Stres İndeksi (Yeni Feature)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Birleştirilmiş metrik: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sıcaklık + nem + toprak nemi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stress_index = (temp * 0.4) + (soil_dryness * 0.6)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👉 Modelin “bitki zor durumda mı?” sorusunu anlamasını sağlar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35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592387" y="888631"/>
            <a:ext cx="606803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Gecikmeli (Lag) Özellikler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saat önce nem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saat önce sıcaklık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moisture_lag_1h</a:t>
            </a: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Zaman serisi modelleme için çok önemli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592387" y="3121058"/>
            <a:ext cx="57515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Anomali Tabanlı Özellikler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 nem düşüşü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Beklenmeyen sıcaklık artışı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Örnek: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moisture_drop &gt; threshold → anomaly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👉 Sulama arızası veya kuraklık erken uyarı</a:t>
            </a:r>
            <a:endParaRPr kumimoji="0" lang="tr-TR" altLang="tr-TR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936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</TotalTime>
  <Words>292</Words>
  <Application>Microsoft Office PowerPoint</Application>
  <PresentationFormat>Geniş ekran</PresentationFormat>
  <Paragraphs>61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Century Gothic</vt:lpstr>
      <vt:lpstr>Wingdings 3</vt:lpstr>
      <vt:lpstr>Duman</vt:lpstr>
      <vt:lpstr>Özellik Mühendisliği Araştırması</vt:lpstr>
      <vt:lpstr>Ham Veri Kaynakları</vt:lpstr>
      <vt:lpstr>Türetilmiş Özellikler</vt:lpstr>
      <vt:lpstr>PowerPoint Sunusu</vt:lpstr>
      <vt:lpstr>Bitki Stres İndeksi (Yeni Feature) Birleştirilmiş metrik: sıcaklık + nem + toprak nemi  📌 Örnek: stress_index = (temp * 0.4) + (soil_dryness * 0.6) 👉 Modelin “bitki zor durumda mı?” sorusunu anlamasını sağlar</vt:lpstr>
      <vt:lpstr>Gecikmeli (Lag) Özellikler 1 saat önce nem  3 saat önce sıcaklık  📌 Örnek: moisture_lag_1h  👉 Zaman serisi modelleme için çok önemli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Özellik Mühendisliği Araştırması</dc:title>
  <dc:creator>Alper</dc:creator>
  <cp:lastModifiedBy>Alper</cp:lastModifiedBy>
  <cp:revision>2</cp:revision>
  <dcterms:created xsi:type="dcterms:W3CDTF">2026-05-03T13:17:00Z</dcterms:created>
  <dcterms:modified xsi:type="dcterms:W3CDTF">2026-05-03T13:28:30Z</dcterms:modified>
</cp:coreProperties>
</file>