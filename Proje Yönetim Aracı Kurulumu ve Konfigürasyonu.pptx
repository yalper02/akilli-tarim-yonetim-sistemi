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57D1-33E0-4ED6-9294-1D150C3A08E5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939EC3B-3C48-42B2-B422-74E1514922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6157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57D1-33E0-4ED6-9294-1D150C3A08E5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9EC3B-3C48-42B2-B422-74E1514922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86409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57D1-33E0-4ED6-9294-1D150C3A08E5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939EC3B-3C48-42B2-B422-74E1514922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77765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57D1-33E0-4ED6-9294-1D150C3A08E5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939EC3B-3C48-42B2-B422-74E1514922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70634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57D1-33E0-4ED6-9294-1D150C3A08E5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939EC3B-3C48-42B2-B422-74E1514922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40752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57D1-33E0-4ED6-9294-1D150C3A08E5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9EC3B-3C48-42B2-B422-74E1514922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49109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57D1-33E0-4ED6-9294-1D150C3A08E5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9EC3B-3C48-42B2-B422-74E1514922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34596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57D1-33E0-4ED6-9294-1D150C3A08E5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9EC3B-3C48-42B2-B422-74E1514922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26637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 smtClean="0"/>
              <a:t>Resim eklemek için simgeyi tıklatın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57D1-33E0-4ED6-9294-1D150C3A08E5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939EC3B-3C48-42B2-B422-74E1514922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304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57D1-33E0-4ED6-9294-1D150C3A08E5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939EC3B-3C48-42B2-B422-74E1514922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12086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57D1-33E0-4ED6-9294-1D150C3A08E5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939EC3B-3C48-42B2-B422-74E1514922CB}" type="slidenum">
              <a:rPr lang="tr-TR" smtClean="0"/>
              <a:t>‹#›</a:t>
            </a:fld>
            <a:endParaRPr lang="tr-T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06615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57D1-33E0-4ED6-9294-1D150C3A08E5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939EC3B-3C48-42B2-B422-74E1514922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99449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ıntı 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57D1-33E0-4ED6-9294-1D150C3A08E5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939EC3B-3C48-42B2-B422-74E1514922CB}" type="slidenum">
              <a:rPr lang="tr-TR" smtClean="0"/>
              <a:t>‹#›</a:t>
            </a:fld>
            <a:endParaRPr lang="tr-T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57144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ğru veya Yanlı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57D1-33E0-4ED6-9294-1D150C3A08E5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939EC3B-3C48-42B2-B422-74E1514922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446100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57D1-33E0-4ED6-9294-1D150C3A08E5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9EC3B-3C48-42B2-B422-74E1514922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60365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57D1-33E0-4ED6-9294-1D150C3A08E5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9EC3B-3C48-42B2-B422-74E1514922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64751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657D1-33E0-4ED6-9294-1D150C3A08E5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939EC3B-3C48-42B2-B422-74E1514922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62536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>
                <a:solidFill>
                  <a:srgbClr val="FF0000"/>
                </a:solidFill>
              </a:rPr>
              <a:t>Akıllı Tarım Yönetim Sistemi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tr-TR" sz="2400" noProof="1" smtClean="0"/>
              <a:t>IoT sensörleri </a:t>
            </a:r>
            <a:r>
              <a:rPr lang="tr-TR" sz="2400" smtClean="0"/>
              <a:t>ile </a:t>
            </a:r>
            <a:r>
              <a:rPr lang="tr-TR" sz="2400"/>
              <a:t>veri toplama </a:t>
            </a:r>
          </a:p>
          <a:p>
            <a:r>
              <a:rPr lang="tr-TR" sz="2400"/>
              <a:t>Toprak nemi analizi </a:t>
            </a:r>
          </a:p>
          <a:p>
            <a:r>
              <a:rPr lang="tr-TR" sz="2400"/>
              <a:t>Akıllı sulama önerisi </a:t>
            </a:r>
          </a:p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5438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592925" y="1204546"/>
            <a:ext cx="8911687" cy="700454"/>
          </a:xfrm>
        </p:spPr>
        <p:txBody>
          <a:bodyPr/>
          <a:lstStyle/>
          <a:p>
            <a:r>
              <a:rPr lang="tr-TR">
                <a:solidFill>
                  <a:srgbClr val="FF0000"/>
                </a:solidFill>
              </a:rPr>
              <a:t>Kullanılan Teknolojiler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92925" y="1730214"/>
            <a:ext cx="463435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2000" b="0" i="0" u="none" strike="noStrike" cap="none" normalizeH="0" baseline="0" noProof="1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Django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MQTT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PostgreSQL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 Sensörleri </a:t>
            </a:r>
          </a:p>
        </p:txBody>
      </p:sp>
    </p:spTree>
    <p:extLst>
      <p:ext uri="{BB962C8B-B14F-4D97-AF65-F5344CB8AC3E}">
        <p14:creationId xmlns:p14="http://schemas.microsoft.com/office/powerpoint/2010/main" val="4181629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592925" y="1090246"/>
            <a:ext cx="8911687" cy="814754"/>
          </a:xfrm>
        </p:spPr>
        <p:txBody>
          <a:bodyPr/>
          <a:lstStyle/>
          <a:p>
            <a:r>
              <a:rPr lang="tr-TR" noProof="1" smtClean="0">
                <a:solidFill>
                  <a:srgbClr val="FF0000"/>
                </a:solidFill>
              </a:rPr>
              <a:t>Neden Jira?</a:t>
            </a:r>
            <a:endParaRPr lang="tr-TR" noProof="1">
              <a:solidFill>
                <a:srgbClr val="FF0000"/>
              </a:solidFill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400"/>
              <a:t>Görev takibi </a:t>
            </a:r>
          </a:p>
          <a:p>
            <a:r>
              <a:rPr lang="tr-TR" sz="2400"/>
              <a:t>Sprint yönetimi </a:t>
            </a:r>
          </a:p>
          <a:p>
            <a:r>
              <a:rPr lang="tr-TR" sz="2400"/>
              <a:t>Ekip koordinasyonu </a:t>
            </a:r>
          </a:p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87424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592925" y="1125414"/>
            <a:ext cx="8911687" cy="779585"/>
          </a:xfrm>
        </p:spPr>
        <p:txBody>
          <a:bodyPr/>
          <a:lstStyle/>
          <a:p>
            <a:r>
              <a:rPr lang="tr-TR" err="1">
                <a:solidFill>
                  <a:srgbClr val="FF0000"/>
                </a:solidFill>
              </a:rPr>
              <a:t>Workflow</a:t>
            </a:r>
            <a:endParaRPr lang="tr-TR">
              <a:solidFill>
                <a:srgbClr val="FF0000"/>
              </a:solidFill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/>
              <a:t>To </a:t>
            </a:r>
            <a:r>
              <a:rPr lang="en-US" sz="2400"/>
              <a:t>Do → In Progress → </a:t>
            </a:r>
            <a:r>
              <a:rPr lang="en-US" sz="2400" smtClean="0"/>
              <a:t>Done</a:t>
            </a:r>
            <a:endParaRPr lang="tr-TR" sz="2400" smtClean="0"/>
          </a:p>
          <a:p>
            <a:endParaRPr lang="tr-TR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 flipH="1">
            <a:off x="2690446" y="2317124"/>
            <a:ext cx="371914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başlar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Çalışılır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Biter </a:t>
            </a:r>
          </a:p>
        </p:txBody>
      </p:sp>
    </p:spTree>
    <p:extLst>
      <p:ext uri="{BB962C8B-B14F-4D97-AF65-F5344CB8AC3E}">
        <p14:creationId xmlns:p14="http://schemas.microsoft.com/office/powerpoint/2010/main" val="263915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592925" y="1107830"/>
            <a:ext cx="8911687" cy="797169"/>
          </a:xfrm>
        </p:spPr>
        <p:txBody>
          <a:bodyPr/>
          <a:lstStyle/>
          <a:p>
            <a:r>
              <a:rPr lang="tr-TR">
                <a:solidFill>
                  <a:srgbClr val="FF0000"/>
                </a:solidFill>
              </a:rPr>
              <a:t>Sprint Yapısı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92925" y="1679826"/>
            <a:ext cx="447609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 1: IoT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 2: Backend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 3: Analiz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 4: Arayüz </a:t>
            </a:r>
          </a:p>
        </p:txBody>
      </p:sp>
    </p:spTree>
    <p:extLst>
      <p:ext uri="{BB962C8B-B14F-4D97-AF65-F5344CB8AC3E}">
        <p14:creationId xmlns:p14="http://schemas.microsoft.com/office/powerpoint/2010/main" val="932716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uman">
  <a:themeElements>
    <a:clrScheme name="Duma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Duma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uma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</TotalTime>
  <Words>62</Words>
  <Application>Microsoft Office PowerPoint</Application>
  <PresentationFormat>Geniş ekran</PresentationFormat>
  <Paragraphs>27</Paragraphs>
  <Slides>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Duman</vt:lpstr>
      <vt:lpstr>Akıllı Tarım Yönetim Sistemi</vt:lpstr>
      <vt:lpstr>Kullanılan Teknolojiler</vt:lpstr>
      <vt:lpstr>Neden Jira?</vt:lpstr>
      <vt:lpstr>Workflow</vt:lpstr>
      <vt:lpstr>Sprint Yapısı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Akıllı Tarım Yönetim Sistemi</dc:title>
  <dc:creator>Alper</dc:creator>
  <cp:lastModifiedBy>Alper</cp:lastModifiedBy>
  <cp:revision>2</cp:revision>
  <dcterms:created xsi:type="dcterms:W3CDTF">2026-05-03T08:35:26Z</dcterms:created>
  <dcterms:modified xsi:type="dcterms:W3CDTF">2026-05-03T08:48:41Z</dcterms:modified>
</cp:coreProperties>
</file>