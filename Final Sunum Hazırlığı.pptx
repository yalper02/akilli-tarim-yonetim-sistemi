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Nem (%)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08:00</c:v>
                </c:pt>
                <c:pt idx="1">
                  <c:v>09:00</c:v>
                </c:pt>
                <c:pt idx="2">
                  <c:v>10:00</c:v>
                </c:pt>
                <c:pt idx="3">
                  <c:v>11:00</c:v>
                </c:pt>
                <c:pt idx="4">
                  <c:v>12:00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43</c:v>
                </c:pt>
                <c:pt idx="2">
                  <c:v>40</c:v>
                </c:pt>
                <c:pt idx="3">
                  <c:v>38</c:v>
                </c:pt>
                <c:pt idx="4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45-4FBA-9BB2-4761541410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tr-T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Litre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Pzt</c:v>
                </c:pt>
                <c:pt idx="1">
                  <c:v>Sal</c:v>
                </c:pt>
                <c:pt idx="2">
                  <c:v>Çar</c:v>
                </c:pt>
                <c:pt idx="3">
                  <c:v>Per</c:v>
                </c:pt>
                <c:pt idx="4">
                  <c:v>Cum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100</c:v>
                </c:pt>
                <c:pt idx="2">
                  <c:v>90</c:v>
                </c:pt>
                <c:pt idx="3">
                  <c:v>80</c:v>
                </c:pt>
                <c:pt idx="4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0F-47AD-ACD1-93ABBB2FEF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tr-TR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205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061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675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48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04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74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08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43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453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957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6894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827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3996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2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177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133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00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🌱 Akıllı Tarım Yönetim 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IoT destekli veri analizi ve karar destek sistemi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📌 Problem Tanımı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Aşırı/eksik sulama</a:t>
            </a:r>
          </a:p>
          <a:p>
            <a:r>
              <a:t>Verimsiz yöntemler</a:t>
            </a:r>
          </a:p>
          <a:p>
            <a:r>
              <a:t>Veri kullanılmıyor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Çözüm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IoT sensörleri</a:t>
            </a:r>
          </a:p>
          <a:p>
            <a:r>
              <a:t>Gerçek zamanlı analiz</a:t>
            </a:r>
          </a:p>
          <a:p>
            <a:r>
              <a:t>Makine öğrenmesi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 </a:t>
            </a:r>
            <a:r>
              <a:t>Teknolojiler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Django, PostgreSQL</a:t>
            </a:r>
          </a:p>
          <a:p>
            <a:r>
              <a:t>MQTT, IoT sensörleri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Toprak Nem Grafiği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82880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💧 Günlük Su Kullanımı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82880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📡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 </a:t>
            </a:r>
            <a:r>
              <a:t>Sıcaklık: 24°C</a:t>
            </a:r>
          </a:p>
          <a:p>
            <a:r>
              <a:t>💧 Nem: %35</a:t>
            </a:r>
          </a:p>
          <a:p>
            <a:r>
              <a:t>🌱 Toprak Nem: %30</a:t>
            </a:r>
          </a:p>
          <a:p>
            <a:r>
              <a:t>⚠️ Sulama: Gerekli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man">
  <a:themeElements>
    <a:clrScheme name="Duma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Duma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uma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</TotalTime>
  <Words>74</Words>
  <Application>Microsoft Office PowerPoint</Application>
  <PresentationFormat>Ekran Gösterisi (4:3)</PresentationFormat>
  <Paragraphs>22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Duman</vt:lpstr>
      <vt:lpstr>🌱 Akıllı Tarım Yönetim Sistemi</vt:lpstr>
      <vt:lpstr>📌 Problem Tanımı</vt:lpstr>
      <vt:lpstr>🚀 Çözüm</vt:lpstr>
      <vt:lpstr> Teknolojiler</vt:lpstr>
      <vt:lpstr>📊 Toprak Nem Grafiği</vt:lpstr>
      <vt:lpstr>💧 Günlük Su Kullanımı</vt:lpstr>
      <vt:lpstr>📡 Dashboard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🌱 Akıllı Tarım Yönetim Sistemi</dc:title>
  <dc:subject/>
  <dc:creator/>
  <cp:keywords/>
  <dc:description>generated using python-pptx</dc:description>
  <cp:lastModifiedBy>Alper</cp:lastModifiedBy>
  <cp:revision>2</cp:revision>
  <dcterms:created xsi:type="dcterms:W3CDTF">2013-01-27T09:14:16Z</dcterms:created>
  <dcterms:modified xsi:type="dcterms:W3CDTF">2026-05-03T15:07:35Z</dcterms:modified>
  <cp:category/>
</cp:coreProperties>
</file>